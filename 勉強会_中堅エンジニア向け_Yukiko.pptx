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6FB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中堅エンジニア 勉強会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運用に耐える設計判断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6E4"/>
                </a:solidFill>
              </a:rPr>
              <a:t>〜 単一HTMLで業務ツールを“育てて壊さない”ための割り切り 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0C2"/>
                </a:solidFill>
              </a:rPr>
              <a:t>講師：Yukiko（うさうさ先生 🐰）｜ ボランティア勉強会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95A8"/>
                </a:solidFill>
              </a:rPr>
              <a:t>題材：3ツール × 全観点テスト（90 / 97 / 43項目 全PASS）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なぜ単一HTML・依存ゼロか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C93"/>
                </a:solidFill>
              </a:rPr>
              <a:t>「このツールはどれだけ育つか」で構成を選ぶ。育たない前提なら、ツールチェーンの重さは負債。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393192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観点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単一HTML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SPA + ビルド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233A"/>
                          </a:solidFill>
                        </a:rPr>
                        <a:t>配布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</a:rPr>
                        <a:t>ファイル1つ・file://可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</a:rPr>
                        <a:t>配信/ホスティング前提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233A"/>
                          </a:solidFill>
                        </a:rPr>
                        <a:t>耐久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</a:rPr>
                        <a:t>依存ゼロで陳腐化に強い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</a:rPr>
                        <a:t>依存更新・脆弱性対応が継続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233A"/>
                          </a:solidFill>
                        </a:rPr>
                        <a:t>引継ぎ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</a:rPr>
                        <a:t>1ファイルで全体把握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</a:rPr>
                        <a:t>構成理解にコスト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233A"/>
                          </a:solidFill>
                        </a:rPr>
                        <a:t>スケール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</a:rPr>
                        <a:t>大規模化で破綻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</a:rPr>
                        <a:t>大規模に強い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結論：寿命が長く小規模・配布優先 → ビルドレス単一HTMLが最適。育つ見込みなら迷わずフレームワークへ。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あれば使う、無くても壊れない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72800" cy="2286000"/>
          </a:xfrm>
          <a:prstGeom prst="rect">
            <a:avLst/>
          </a:prstGeom>
          <a:solidFill>
            <a:srgbClr val="14233A"/>
          </a:solidFill>
          <a:ln/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27632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save(k,v){ try{ if(window.storage) window.storage.set(k,v); }catch(e){}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load(k){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try{ if(window.storage){ const r=await window.storage.get(k); return r?.value ?? null; }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catch(e){} return null;   // 保存できない環境＝異常系ではなく“通常系の一分岐”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10972800" cy="960120"/>
          </a:xfrm>
          <a:prstGeom prst="rect">
            <a:avLst/>
          </a:prstGeom>
          <a:solidFill>
            <a:srgbClr val="EAF1F6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977640"/>
            <a:ext cx="109728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09651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永続化キーは用途ごとに分離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93"/>
                </a:solidFill>
              </a:rPr>
              <a:t>設定とAPIキーを混ぜると片方の変更が他方を巻き込む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0972800" cy="960120"/>
          </a:xfrm>
          <a:prstGeom prst="rect">
            <a:avLst/>
          </a:prstGeom>
          <a:solidFill>
            <a:srgbClr val="EAF1F6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120640"/>
            <a:ext cx="109728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23951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最終手段は CSV / Markdown 書き出し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623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93"/>
                </a:solidFill>
              </a:rPr>
              <a:t>永続化レイヤに依存しすぎない逃げ道を必ず用意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外部APIとの境界設計（3つの判断）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72800" cy="1188720"/>
          </a:xfrm>
          <a:prstGeom prst="rect">
            <a:avLst/>
          </a:prstGeom>
          <a:solidFill>
            <a:srgbClr val="EAF1F6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0992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99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33A"/>
                </a:solidFill>
              </a:rPr>
              <a:t>認証ヘッダの出し分け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環境AIはキー無し／自前キーのみ x-api-key + 直叩きヘッダを付与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972800" cy="1188720"/>
          </a:xfrm>
          <a:prstGeom prst="rect">
            <a:avLst/>
          </a:prstGeom>
          <a:solidFill>
            <a:srgbClr val="EAF1F6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8152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815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33A"/>
                </a:solidFill>
              </a:rPr>
              <a:t>レスポンスは構造で読む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content[0] ではなく type==='text' で抽出（ツール使用が混ざっても壊れない）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72800" cy="1188720"/>
          </a:xfrm>
          <a:prstGeom prst="rect">
            <a:avLst/>
          </a:prstGeom>
          <a:solidFill>
            <a:srgbClr val="EAF1F6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453128"/>
            <a:ext cx="603504" cy="603504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531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3434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33A"/>
                </a:solidFill>
              </a:rPr>
              <a:t>失敗は必ずフォールバック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91640" y="4800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HTTP 401 等の理由を見せ、ユーザーが次の行動を取れるように</a:t>
            </a:r>
            <a:endParaRPr lang="en-US" sz="14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71500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5715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4572E"/>
                </a:solidFill>
              </a:rPr>
              <a:t>直叩きはキーがクライアントに載る。個人利用前提・既定保存オフ・UI明示で運用、共有環境はBFFが本筋。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出力の信頼性：CSV / PDF / ファイル名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35204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</a:rPr>
              <a:t>自前ビルダー＋クォート＋BOM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C93"/>
                </a:solidFill>
              </a:rPr>
              <a:t>" を "" にエスケープ。区切り/改行を含むセルも安全。Excel互換でBOM付与。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554480"/>
            <a:ext cx="352044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6276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90288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</a:rPr>
              <a:t>ブラウザの限界を割り切る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34747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C93"/>
                </a:solidFill>
              </a:rPr>
              <a:t>DL＝印刷用HTML(.html, @page)、印刷＝window.print の別ボタン。依存ゼロを維持。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83296" y="155448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83296" y="1554480"/>
            <a:ext cx="3520440" cy="868680"/>
          </a:xfrm>
          <a:prstGeom prst="rect">
            <a:avLst/>
          </a:prstGeom>
          <a:solidFill>
            <a:srgbClr val="2E8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6276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命名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11896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</a:rPr>
              <a:t>決定的に生成・サニタイズ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1896" y="34747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C93"/>
                </a:solidFill>
              </a:rPr>
              <a:t>YYYYMMDDHHMM_名前_種類_テーマ。禁止文字除去・長さ上限でgrep/ソート容易。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品質保証：UIなしでロジックを叩く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0" cy="370332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6035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dom = new JSDOM(html, { runScripts:'dangerously',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beforeParse(w){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w.print = ()=&gt;{};                 // 副作用スタブ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w.HTMLAnchorElement.prototype.click = ()=&gt;{};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w.URL.createObjectURL = b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(captured=b.__text,'blob:x'); // Blob内容を捕捉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w.storage = makeMemoryKVS();      // 永続化を代替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w.fetch;                  // フォールバック強制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}});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69480" y="1508760"/>
            <a:ext cx="4343400" cy="603504"/>
          </a:xfrm>
          <a:prstGeom prst="rect">
            <a:avLst/>
          </a:prstGeom>
          <a:solidFill>
            <a:srgbClr val="112A44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508760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A7"/>
                </a:solidFill>
              </a:rPr>
              <a:t>単体/WB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41080" y="1508760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</a:rPr>
              <a:t>内部関数（命名・丸め・各ビルダー）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2221992"/>
            <a:ext cx="4343400" cy="603504"/>
          </a:xfrm>
          <a:prstGeom prst="rect">
            <a:avLst/>
          </a:prstGeom>
          <a:solidFill>
            <a:srgbClr val="112A44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221992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A7"/>
                </a:solidFill>
              </a:rPr>
              <a:t>結合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41080" y="2221992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</a:rPr>
              <a:t>UI連動・永続化の往復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2935224"/>
            <a:ext cx="4343400" cy="603504"/>
          </a:xfrm>
          <a:prstGeom prst="rect">
            <a:avLst/>
          </a:prstGeom>
          <a:solidFill>
            <a:srgbClr val="112A44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2935224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A7"/>
                </a:solidFill>
              </a:rPr>
              <a:t>総合/E2E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1080" y="2935224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</a:rPr>
              <a:t>入力→生成→4形式DL→印刷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3648456"/>
            <a:ext cx="4343400" cy="603504"/>
          </a:xfrm>
          <a:prstGeom prst="rect">
            <a:avLst/>
          </a:prstGeom>
          <a:solidFill>
            <a:srgbClr val="112A44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3648456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A7"/>
                </a:solidFill>
              </a:rPr>
              <a:t>BB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41080" y="3648456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</a:rPr>
              <a:t>空/巨大/XSS/クォート/401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69480" y="4361688"/>
            <a:ext cx="4343400" cy="603504"/>
          </a:xfrm>
          <a:prstGeom prst="rect">
            <a:avLst/>
          </a:prstGeom>
          <a:solidFill>
            <a:srgbClr val="112A44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361688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A7"/>
                </a:solidFill>
              </a:rPr>
              <a:t>モンキー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41080" y="4361688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</a:rPr>
              <a:t>1500操作で例外0・NaN0・復帰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69480" y="51389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</a:rPr>
              <a:t>結果：① 90 / ② 97 / ③ 43 項目 全PASS ＋ フッターに刻印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赤が出たら：製品か、テストか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C93"/>
                </a:solidFill>
              </a:rPr>
              <a:t>製品コードを触る前に、観測装置（テスト）の正しさを疑う。今回実際に踏んだ例：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960120"/>
          </a:xfrm>
          <a:prstGeom prst="rect">
            <a:avLst/>
          </a:prstGeom>
          <a:solidFill>
            <a:srgbClr val="FBECE6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385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</a:rPr>
              <a:t>jsdom の &lt;a&gt;.click() が「遷移は未実装」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21408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828800"/>
            <a:ext cx="4937760" cy="960120"/>
          </a:xfrm>
          <a:prstGeom prst="rect">
            <a:avLst/>
          </a:prstGeom>
          <a:solidFill>
            <a:srgbClr val="EAF1F6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9385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</a:rPr>
              <a:t>製品ではなく jsdom 制約 → click をスタブ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5349240" cy="960120"/>
          </a:xfrm>
          <a:prstGeom prst="rect">
            <a:avLst/>
          </a:prstGeom>
          <a:solidFill>
            <a:srgbClr val="FBECE6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0815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</a:rPr>
              <a:t>fetchモックの二段適用でPromiseを誤実行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264408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75120" y="2971800"/>
            <a:ext cx="4937760" cy="960120"/>
          </a:xfrm>
          <a:prstGeom prst="rect">
            <a:avLst/>
          </a:prstGeom>
          <a:solidFill>
            <a:srgbClr val="EAF1F6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03720" y="30815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</a:rPr>
              <a:t>テスト側の誤り → 呼び出し方を修正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49240" cy="960120"/>
          </a:xfrm>
          <a:prstGeom prst="rect">
            <a:avLst/>
          </a:prstGeom>
          <a:solidFill>
            <a:srgbClr val="FBECE6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2245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</a:rPr>
              <a:t>destructure漏れ（w.store 参照）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407408"/>
            <a:ext cx="365760" cy="3657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675120" y="4114800"/>
            <a:ext cx="4937760" cy="960120"/>
          </a:xfrm>
          <a:prstGeom prst="rect">
            <a:avLst/>
          </a:prstGeom>
          <a:solidFill>
            <a:srgbClr val="EAF1F6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03720" y="42245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</a:rPr>
              <a:t>テスト側の参照ミス → 戻り値から取得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教訓：最小再現で切り分ければ、無駄な製品改変を避けられる。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まとめ：割り切りの一覧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5303520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判断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根拠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構成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単一HTML・依存ゼロ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配布性・耐久性・可読性／育たない前提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永続化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あれば使う/無くても可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環境非依存でUXを破綻させない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AI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任意＋必ずフォールバック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止まらない・嘘をつかない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PDF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印刷経由に割り切り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依存ゼロ維持 vs ライブラリ導入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QA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jsdom全観点＋刻印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UIなしでロジック保証・素性の追跡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E0C0"/>
                </a:solidFill>
              </a:rPr>
              <a:t>“小さく作る”は手抜きではなく、寿命と運用から逆算した設計 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中堅エンジニア勉強会｜運用に耐える設計判断</dc:title>
  <dc:subject>PptxGenJS Presentation</dc:subject>
  <dc:creator>Yukiko</dc:creator>
  <cp:lastModifiedBy>Yukiko</cp:lastModifiedBy>
  <cp:revision>1</cp:revision>
  <dcterms:created xsi:type="dcterms:W3CDTF">2026-05-30T06:36:31Z</dcterms:created>
  <dcterms:modified xsi:type="dcterms:W3CDTF">2026-05-30T06:36:31Z</dcterms:modified>
</cp:coreProperties>
</file>