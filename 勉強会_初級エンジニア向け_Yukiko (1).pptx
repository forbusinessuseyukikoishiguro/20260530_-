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初級エンジニア 勉強会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動くものの作り方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5"/>
                </a:solidFill>
              </a:rPr>
              <a:t>〜 依存ゼロの「単一HTMLツール」で学ぶ、最初の一歩 〜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06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9C3"/>
                </a:solidFill>
              </a:rPr>
              <a:t>講師：Yukiko（うさうさ先生 🐰）｜ ボランティア勉強会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3AD"/>
                </a:solidFill>
              </a:rPr>
              <a:t>題材：実際に作って動かしている3つの無料ツール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今日のゴール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201168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0391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3B44"/>
                </a:solidFill>
              </a:rPr>
              <a:t>1ファイルで作れる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011680" y="23317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HTML/CSS/JSを1枚に。サーバーもインストールも不要。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03520" cy="201168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82880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0391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3B44"/>
                </a:solidFill>
              </a:rPr>
              <a:t>壊れにくくする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35240" y="23317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空欄・変な入力・XSS。ユーザーは必ず想定外を入れてくる。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5303520" cy="201168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11480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3251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3B44"/>
                </a:solidFill>
              </a:rPr>
              <a:t>保存できる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2011680" y="46177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Blobでダウンロード。CSVの文字化けも直せる。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5303520" cy="201168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114800"/>
            <a:ext cx="868680" cy="868680"/>
          </a:xfrm>
          <a:prstGeom prst="ellipse">
            <a:avLst/>
          </a:prstGeom>
          <a:solidFill>
            <a:srgbClr val="EF6F6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32511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240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3B44"/>
                </a:solidFill>
              </a:rPr>
              <a:t>止まらない設計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35240" y="46177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AIが無くても、エラーでも、必ず何か返す。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まずは骨組み：HTMLの3つの役割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828800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190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7F5"/>
                </a:solidFill>
              </a:rPr>
              <a:t>構造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554480"/>
            <a:ext cx="8503920" cy="123444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55448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3B44"/>
                </a:solidFill>
              </a:rPr>
              <a:t>画面に何があるか（入力欄・ボタン・結果）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828800" cy="12344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278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7F5"/>
                </a:solidFill>
              </a:rPr>
              <a:t>見た目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3063240"/>
            <a:ext cx="8503920" cy="123444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06324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3B44"/>
                </a:solidFill>
              </a:rPr>
              <a:t>色・配置・印刷の体裁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1828800" cy="123444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736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7F5"/>
                </a:solidFill>
              </a:rPr>
              <a:t>動き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4572000"/>
            <a:ext cx="8503920" cy="123444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457200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3B44"/>
                </a:solidFill>
              </a:rPr>
              <a:t>入力を集めて、加工して、表示する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この3つの役割分担を意識するだけで、コードが整理されます。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基本：入力を読む → 出す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72800" cy="2743200"/>
          </a:xfrm>
          <a:prstGeom prst="rect">
            <a:avLst/>
          </a:prstGeom>
          <a:solidFill>
            <a:srgbClr val="0E2A3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 = id =&gt; document.getElementById(id);   // 短縮ヘルパー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read(){            // 入力をまとめて取得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author: el('author').value.trim() };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show(text){        // 結果を画面に出す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el('out').textContent = text;  // ← innerHTML ではなく textContent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434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4348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textContent を使う理由：</a:t>
            </a:r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innerHTML にユーザー入力を入れると </a:t>
            </a:r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</a:rPr>
              <a:t>&lt;script&gt; が動く危険（XSS）</a:t>
            </a:r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 があるから。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3AD"/>
                </a:solidFill>
              </a:rPr>
              <a:t>ポイント：表示は textContent、HTMLに差し込むときだけ esc() でエスケープ。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ユーザー入力は「必ず壊れる」前提で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828800"/>
          </a:xfrm>
          <a:prstGeom prst="rect">
            <a:avLst/>
          </a:prstGeom>
          <a:solidFill>
            <a:srgbClr val="FBECEC"/>
          </a:solidFill>
          <a:ln w="19050">
            <a:solidFill>
              <a:srgbClr val="EF6F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F6C"/>
                </a:solidFill>
              </a:rPr>
              <a:t>そのまま計算すると…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parseFloat(el('h').value)   →  NaN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合計が「NaN」になって表示崩壊 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1828800"/>
          </a:xfrm>
          <a:prstGeom prst="rect">
            <a:avLst/>
          </a:prstGeom>
          <a:solidFill>
            <a:srgbClr val="EAF7F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守る書き方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Math.max(0, parseFloat(v) || 0)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数字でなければ0／マイナスは0に 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972800" cy="1691640"/>
          </a:xfrm>
          <a:prstGeom prst="rect">
            <a:avLst/>
          </a:prstGeom>
          <a:solidFill>
            <a:srgbClr val="153B4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86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小さな処理は関数にしておくと便利（例：15分単位に丸める）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r025 = x =&gt; Math.round((x||0) * 4) / 4;   // 0.25h（15分）刻み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B3AD"/>
                </a:solidFill>
              </a:rPr>
              <a:t>「4倍して四捨五入して4で割る」＝0.25単位にそろう。x||0 で未定義も0に。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保存させる：Blob でダウンロード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3383280"/>
          </a:xfrm>
          <a:prstGeom prst="rect">
            <a:avLst/>
          </a:prstGeom>
          <a:solidFill>
            <a:srgbClr val="0E2A3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6309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saveBlob(text, name, mime){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blob = new Blob([text], { type: mime });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url  = URL.createObjectURL(blob);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 = document.createElement('a');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a.href = url; a.download = name;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document.body.appendChild(a);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a.click(); a.remove();        // 見えないリンクを押す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setTimeout(()=&gt;URL.revokeObjectURL(url),1000);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35240" y="1463040"/>
            <a:ext cx="3977640" cy="160020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CSVが文字化けしたら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2"/>
                </a:solidFill>
              </a:rPr>
              <a:t>先頭にBOMを付ける：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'\uFEFF' + csv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35240" y="3246120"/>
            <a:ext cx="3977640" cy="160020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34107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自動ファイル名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0" y="3840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B82"/>
                </a:solidFill>
              </a:rPr>
              <a:t>日付＋名前＋種類で命名すると、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YYYYMMDDHHMM_…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禁止文字（\ / : * ? " &lt; &gt; |）は保存前に必ず除去する。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できないことは、できる方法に置き換える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49240" cy="1828800"/>
          </a:xfrm>
          <a:prstGeom prst="rect">
            <a:avLst/>
          </a:prstGeom>
          <a:solidFill>
            <a:srgbClr val="EAF7F5"/>
          </a:solidFill>
          <a:ln w="12700">
            <a:solidFill>
              <a:srgbClr val="D5ECE8"/>
            </a:solidFill>
            <a:prstDash val="solid"/>
          </a:ln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PDFは作れない問題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53B44"/>
                </a:solidFill>
              </a:rPr>
              <a:t>印刷：window.print()（PDF保存を選べる）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53B44"/>
                </a:solidFill>
              </a:rPr>
              <a:t>DL：印刷向けHTMLを.htmlで保存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508760"/>
            <a:ext cx="5349240" cy="1828800"/>
          </a:xfrm>
          <a:prstGeom prst="rect">
            <a:avLst/>
          </a:prstGeom>
          <a:solidFill>
            <a:srgbClr val="153B44"/>
          </a:solidFill>
          <a:ln/>
          <a:effectLst>
            <a:outerShdw sx="100000" sy="100000" kx="0" ky="0" algn="bl" rotWithShape="0" blurRad="88900" dist="38100" dir="8100000">
              <a:srgbClr val="153B4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止まらない設計（try/catch）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show(await callAI());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catch(e){ show(template()); // 代替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badge('接続できません:'+e); }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1188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B44"/>
                </a:solidFill>
              </a:rPr>
              <a:t>「エラーで固まる」より「とりあえず何か出る」ほうが、使う人は安心する。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10972800" cy="1280160"/>
          </a:xfrm>
          <a:prstGeom prst="rect">
            <a:avLst/>
          </a:prstGeom>
          <a:solidFill>
            <a:srgbClr val="EA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6177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自分でテストもできる：</a:t>
            </a:r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</a:rPr>
              <a:t>jsdom を使えばブラウザなしでロジックを自動チェック。</a:t>
            </a:r>
            <a:pPr indent="0" marL="0">
              <a:buNone/>
            </a:pPr>
            <a:r>
              <a:rPr lang="en-US" sz="1500" dirty="0">
                <a:solidFill>
                  <a:srgbClr val="5E7B82"/>
                </a:solidFill>
              </a:rPr>
              <a:t>「ボタンを押したら結果が出るか」「空欄でも落ちないか」から始めよう。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今日のまとめ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3B44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4592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7F5"/>
                </a:solidFill>
              </a:rPr>
              <a:t>役割分担（HTML=構造／CSS=見た目／JS=動き）を意識する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5328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3B44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48716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7F5"/>
                </a:solidFill>
              </a:rPr>
              <a:t>入力は壊れる前提で守る（NaN・XSS対策）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337413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74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3B44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328416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7F5"/>
                </a:solidFill>
              </a:rPr>
              <a:t>Blob + &lt;a download&gt; で保存機能を作れる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14400" y="421538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153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3B44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169664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7F5"/>
                </a:solidFill>
              </a:rPr>
              <a:t>できないこと（PDF生成）は、できる方法に置き換える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14400" y="505663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56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3B44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501091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7F5"/>
                </a:solidFill>
              </a:rPr>
              <a:t>失敗しても止まらない（try/catch ＋ 代替）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</a:rPr>
              <a:t>小さく作って、動かして、壊して、直す。これが上達の最短ルート 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初級エンジニア勉強会｜動くものの作り方</dc:title>
  <dc:subject>PptxGenJS Presentation</dc:subject>
  <dc:creator>Yukiko</dc:creator>
  <cp:lastModifiedBy>Yukiko</cp:lastModifiedBy>
  <cp:revision>1</cp:revision>
  <dcterms:created xsi:type="dcterms:W3CDTF">2026-05-30T06:35:06Z</dcterms:created>
  <dcterms:modified xsi:type="dcterms:W3CDTF">2026-05-30T06:35:06Z</dcterms:modified>
</cp:coreProperties>
</file>