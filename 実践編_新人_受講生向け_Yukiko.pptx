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新人エンジニア 実践編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実装ハンズオン：新人実践編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5"/>
                </a:solidFill>
              </a:rPr>
              <a:t>〜 3ツールの“本物のコード”を読んで・直して・テストする 〜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講師：Yukiko（うさうさ先生 🐰）｜ 実践編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題材：保存機能／フォールバック／自動命名 を実際に実装する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今日のハンズオンの流れ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1572768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572768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写経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23360" y="15727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saveBlobを自分で打ち、保存を動かす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334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783080" y="2651760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651760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改造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23360" y="2651760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CSV出力を追加（BOM＋クォート）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12464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124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783080" y="3730752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73075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堅牢化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023360" y="3730752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空欄・不正値・XSSで落ちないか確認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791456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9145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783080" y="4809744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809744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自己テスト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023360" y="4809744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jsdomで「落ちない」を自動確認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STEP1 写経：保存を動かす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2A3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saveBlob(text, name, mime){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blob = new Blob([text], { type: mime });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url  = URL.createObjectURL(blob);   // メモリ上のURL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 = document.createElement('a');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a.href = url; a.download = name;           // 仮想リンクに保存名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document.body.appendChild(a);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a.click(); a.remove();                     // 押して即外す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setTimeout(()=&gt;URL.revokeObjectURL(url),1000); // 後片付け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saveBlob('# メモ\n本文', 'test.md', 'text/markdown;charset=utf-8');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まず動かす。ダウンロードフォルダにtest.mdが出ればOK。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STEP2 改造：CSVを足す（落とし穴つき）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2A3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toCSV(rows){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 = s =&gt; '"' + String(s ?? '').replace(/"/g,'""') + '"'; // " を "" に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head = 'name,value\n';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body = rows.map(r =&gt; q(r.name)+','+q(r.value)).join('\n');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head + body + '\n';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Excelの文字化け対策：先頭にBOM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saveBlob('\uFEFF' + toCSV(rows), 'data.csv', 'text/csv;charset=utf-8');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カンマ・改行・引用符を含む値も、クォートで安全に。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STEP3 堅牢化：壊して直す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6F6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</a:rPr>
              <a:t>壊す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空欄を入れる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4630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21A"/>
                </a:solidFill>
              </a:rPr>
              <a:t>起きること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parseFloatがNaN→合計崩壊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463040"/>
            <a:ext cx="3840480" cy="118872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直す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Math.max(0, parseFloat(v)||0)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6F6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</a:rPr>
              <a:t>壊す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全角・文字を入れる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06240" y="28346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21A"/>
                </a:solidFill>
              </a:rPr>
              <a:t>起きること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291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数値化できずNaN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2834640"/>
            <a:ext cx="3840480" cy="118872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44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直す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同上＋入力type=number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6F6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315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</a:rPr>
              <a:t>壊す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&lt;script&gt;を名前に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42062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4315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21A"/>
                </a:solidFill>
              </a:rPr>
              <a:t>起きること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663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innerHTMLで発火（XSS）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4206240"/>
            <a:ext cx="3840480" cy="118872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315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直す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4663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表示はtextContent／差込はesc()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STEP4 自己テスト：jsdomで“落ちない”を確認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2A3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JSDOM } from 'jsdom';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dom = new JSDOM(html, { runScripts:'dangerously',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beforeParse(w){ w.alert=()=&gt;{}; w.print=()=&gt;{};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w.HTMLAnchorElement.prototype.click=()=&gt;{}; } }); // 副作用を止める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document } = dom.window;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例：空入力でmakeReportを呼んでも例外が出ないこと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document.getElementById('make').click();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console.assert(!!document.getElementById('out').textContent, '出力が空');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「ボタンを押す→落ちない／出力が出る」だけでも立派なテスト。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実践編のまとめ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保存は Blob＋&lt;a download&gt;。後片付け（revoke）まで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5786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53288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CSVはクォート（"→""）＋BOM が定番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1985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19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37413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入力は『壊して』確認→Math.max(0,parseFloat||0)／textContent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261104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61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215384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テストは『押して落ちない・出力が出る』から始める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51023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02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505663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写経→改造→堅牢化→テスト、の順で身につく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</a:rPr>
              <a:t>宿題：自分のツールに『1形式の保存』を足してテストを1本書く 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新人実践編</dc:title>
  <dc:subject>PptxGenJS Presentation</dc:subject>
  <dc:creator>Yukiko</dc:creator>
  <cp:lastModifiedBy>Yukiko</cp:lastModifiedBy>
  <cp:revision>1</cp:revision>
  <dcterms:created xsi:type="dcterms:W3CDTF">2026-05-30T06:58:33Z</dcterms:created>
  <dcterms:modified xsi:type="dcterms:W3CDTF">2026-05-30T06:58:33Z</dcterms:modified>
</cp:coreProperties>
</file>