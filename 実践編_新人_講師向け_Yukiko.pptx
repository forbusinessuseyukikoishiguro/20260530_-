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【導入 3分】この回は座学の続きの“実践編”。前回はNaN/XSS/Blobの基礎。今日は実際の3ツールのコードを開いて、写経→改造→自己テストまでやる。ゴールは「自分の手で1機能を足してテストを通す」こと。受講生に各自エディタとブラウザを開い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【2分】全体像を見せて安心させる。各ステップは10〜15分。詰まっても次へ進めるよう、各ステップのゴールを口頭で1文に。『写経はコピペでなく手で打つ』を強調（手が覚える）。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【12分】よくある詰まり：(1) appendChildを忘れるとFirefoxで動かない→必ず本体に足す。(2) revokeを忘れるとメモリリーク→setTimeoutで後片付け。(3) mimeのcharsetを省くと日本語化け。手を動かす時間を確保し、巡回サポート。終わった人は『拡張子をtxtに変えて保存名を変えてみて』と+α課題。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【12分】ここがCSVの肝。実演：値に『a,b』や『改行入り』や『"引用"』を入れて、クォートが無いと列がズレることを“壊して”見せる。BOMはメモ帳/Excelでの化けを実際に再現→付けると直る、をデモ。?? と || の違い（0や空文字の扱い）も軽く触れる。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【12分】『壊す→観察→直す』のサイクルを体で覚える回。受講生自身に変な入力を入れさせ、画面が崩れる/固まるのを体験→ガードを入れて再確認。XSSは alert を仕込んだ名前を入れて発火を見せると危険性が伝わる（自分のローカルのみで）。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【10分】テストを難しく考えさせない。『押して落ちないか』『空でも出るか』の2本から。assertの読み方を説明。clickがjsdomで遷移エラーを出すのでスタブする、は“あるある”として共有。npm i jsdom が通らない人向けにオフライン手順も用意。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【3分】宿題を明確に。次回は『PDFの割り切り（印刷用HTML）』と『AIフォールバック』に進む予告。質問は2〜3件拾って終了。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新人エンジニア 実践編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実装ハンズオン：新人実践編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9E5"/>
                </a:solidFill>
              </a:rPr>
              <a:t>〜 3ツールの“本物のコード”を読んで・直して・テストする 〜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60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講師：Yukiko（うさうさ先生 🐰）｜ 実践編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</a:rPr>
              <a:t>題材：保存機能／フォールバック／自動命名 を実際に実装する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今日のハンズオンの流れ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1572768"/>
            <a:ext cx="9555480" cy="676656"/>
          </a:xfrm>
          <a:prstGeom prst="rect">
            <a:avLst/>
          </a:prstGeom>
          <a:solidFill>
            <a:srgbClr val="112E33"/>
          </a:solidFill>
          <a:ln w="12700">
            <a:solidFill>
              <a:srgbClr val="1F4A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572768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</a:rPr>
              <a:t>写経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023360" y="15727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saveBlobを自分で打ち、保存を動かす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633472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334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783080" y="2651760"/>
            <a:ext cx="9555480" cy="676656"/>
          </a:xfrm>
          <a:prstGeom prst="rect">
            <a:avLst/>
          </a:prstGeom>
          <a:solidFill>
            <a:srgbClr val="112E33"/>
          </a:solidFill>
          <a:ln w="12700">
            <a:solidFill>
              <a:srgbClr val="1F4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651760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</a:rPr>
              <a:t>改造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023360" y="2651760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CSV出力を追加（BOM＋クォート）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12464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12464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783080" y="3730752"/>
            <a:ext cx="9555480" cy="676656"/>
          </a:xfrm>
          <a:prstGeom prst="rect">
            <a:avLst/>
          </a:prstGeom>
          <a:solidFill>
            <a:srgbClr val="112E33"/>
          </a:solidFill>
          <a:ln w="12700">
            <a:solidFill>
              <a:srgbClr val="1F4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3730752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</a:rPr>
              <a:t>堅牢化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023360" y="3730752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空欄・不正値・XSSで落ちないか確認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791456"/>
            <a:ext cx="713232" cy="7132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9145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1783080" y="4809744"/>
            <a:ext cx="9555480" cy="676656"/>
          </a:xfrm>
          <a:prstGeom prst="rect">
            <a:avLst/>
          </a:prstGeom>
          <a:solidFill>
            <a:srgbClr val="112E33"/>
          </a:solidFill>
          <a:ln w="12700">
            <a:solidFill>
              <a:srgbClr val="1F4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4809744"/>
            <a:ext cx="21031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</a:rPr>
              <a:t>自己テスト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023360" y="4809744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9E5"/>
                </a:solidFill>
              </a:rPr>
              <a:t>jsdomで「落ちない」を自動確認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STEP1 写経：保存を動かす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E2A3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saveBlob(text, name, mime){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blob = new Blob([text], { type: mime });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url  = URL.createObjectURL(blob);   // メモリ上のURL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 = document.createElement('a');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a.href = url; a.download = name;           // 仮想リンクに保存名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document.body.appendChild(a);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a.click(); a.remove();                     // 押して即外す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setTimeout(()=&gt;URL.revokeObjectURL(url),1000); // 後片付け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saveBlob('# メモ\n本文', 'test.md', 'text/markdown;charset=utf-8');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B82"/>
                </a:solidFill>
              </a:rPr>
              <a:t>まず動かす。ダウンロードフォルダにtest.mdが出ればOK。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STEP2 改造：CSVを足す（落とし穴つき）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E2A3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toCSV(rows){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 = s =&gt; '"' + String(s ?? '').replace(/"/g,'""') + '"'; // " を "" に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head = 'name,value\n';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body = rows.map(r =&gt; q(r.name)+','+q(r.value)).join('\n');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head + body + '\n';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Excelの文字化け対策：先頭にBOM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saveBlob('\uFEFF' + toCSV(rows), 'data.csv', 'text/csv;charset=utf-8');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B82"/>
                </a:solidFill>
              </a:rPr>
              <a:t>カンマ・改行・引用符を含む値も、クォートで安全に。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3B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STEP3 堅牢化：壊して直す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F6F6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72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</a:rPr>
              <a:t>壊す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3B44"/>
                </a:solidFill>
              </a:rPr>
              <a:t>空欄を入れる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06240" y="14630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1572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821A"/>
                </a:solidFill>
              </a:rPr>
              <a:t>起きること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920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parseFloatがNaN→合計崩壊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463040"/>
            <a:ext cx="3840480" cy="1188720"/>
          </a:xfrm>
          <a:prstGeom prst="rect">
            <a:avLst/>
          </a:prstGeom>
          <a:solidFill>
            <a:srgbClr val="153B44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1572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直す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Math.max(0, parseFloat(v)||0)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F6F6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2944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</a:rPr>
              <a:t>壊す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3B44"/>
                </a:solidFill>
              </a:rPr>
              <a:t>全角・文字を入れる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06240" y="28346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9443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821A"/>
                </a:solidFill>
              </a:rPr>
              <a:t>起きること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291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数値化できずNaN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2834640"/>
            <a:ext cx="3840480" cy="1188720"/>
          </a:xfrm>
          <a:prstGeom prst="rect">
            <a:avLst/>
          </a:prstGeom>
          <a:solidFill>
            <a:srgbClr val="153B44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9443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直す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同上＋入力type=number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EF6F6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315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</a:rPr>
              <a:t>壊す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3B44"/>
                </a:solidFill>
              </a:rPr>
              <a:t>&lt;script&gt;を名前に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06240" y="4206240"/>
            <a:ext cx="3383280" cy="1188720"/>
          </a:xfrm>
          <a:prstGeom prst="rect">
            <a:avLst/>
          </a:prstGeom>
          <a:solidFill>
            <a:srgbClr val="FFFFFF"/>
          </a:solidFill>
          <a:ln w="1524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4315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821A"/>
                </a:solidFill>
              </a:rPr>
              <a:t>起きること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4663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7B82"/>
                </a:solidFill>
              </a:rPr>
              <a:t>innerHTMLで発火（XSS）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0" y="4206240"/>
            <a:ext cx="3840480" cy="1188720"/>
          </a:xfrm>
          <a:prstGeom prst="rect">
            <a:avLst/>
          </a:prstGeom>
          <a:solidFill>
            <a:srgbClr val="153B44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0" y="43159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直す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0" y="4663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表示はtextContent／差込はesc()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STEP4 自己テスト：jsdomで“落ちない”を確認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E2A30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JSDOM } from 'jsdom';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dom = new JSDOM(html, { runScripts:'dangerously',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beforeParse(w){ w.alert=()=&gt;{}; w.print=()=&gt;{};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w.HTMLAnchorElement.prototype.click=()=&gt;{}; } }); // 副作用を止める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document } = dom.window;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例：空入力でmakeReportを呼んでも例外が出ないこと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document.getElementById('make').click();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CFE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console.assert(!!document.getElementById('out').textContent, '出力が空');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B82"/>
                </a:solidFill>
              </a:rPr>
              <a:t>「ボタンを押す→落ちない／出力が出る」だけでも立派なテスト。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3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実践編のまとめ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B44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6916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</a:rPr>
              <a:t>保存は Blob＋&lt;a download&gt;。後片付け（revoke）まで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57860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B44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253288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</a:rPr>
              <a:t>CSVはクォート（"→""）＋BOM が定番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419856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19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B44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374136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</a:rPr>
              <a:t>入力は『壊して』確認→Math.max(0,parseFloat||0)／textContent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4261104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611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B44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4215384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</a:rPr>
              <a:t>テストは『押して落ちない・出力が出る』から始める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510235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1023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B44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5056632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7F5"/>
                </a:solidFill>
              </a:rPr>
              <a:t>写経→改造→堅牢化→テスト、の順で身につく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</a:rPr>
              <a:t>宿題：自分のツールに『1形式の保存』を足してテストを1本書く 🐰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新人実践編</dc:title>
  <dc:subject>PptxGenJS Presentation</dc:subject>
  <dc:creator>Yukiko</dc:creator>
  <cp:lastModifiedBy>Yukiko</cp:lastModifiedBy>
  <cp:revision>1</cp:revision>
  <dcterms:created xsi:type="dcterms:W3CDTF">2026-05-30T06:58:33Z</dcterms:created>
  <dcterms:modified xsi:type="dcterms:W3CDTF">2026-05-30T06:58:33Z</dcterms:modified>
</cp:coreProperties>
</file>